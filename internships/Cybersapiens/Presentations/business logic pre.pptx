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9" r:id="rId12"/>
    <p:sldId id="270" r:id="rId13"/>
    <p:sldId id="266" r:id="rId14"/>
    <p:sldId id="267" r:id="rId15"/>
    <p:sldId id="268"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9BB615-DCC0-40D8-B789-A1C42861757C}" v="45" dt="2026-06-28T09:16:16.8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7" autoAdjust="0"/>
    <p:restoredTop sz="94660"/>
  </p:normalViewPr>
  <p:slideViewPr>
    <p:cSldViewPr snapToGrid="0" snapToObjects="1">
      <p:cViewPr varScale="1">
        <p:scale>
          <a:sx n="103" d="100"/>
          <a:sy n="103" d="100"/>
        </p:scale>
        <p:origin x="1848"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lan nicholas" userId="eec99996f07b10f3" providerId="LiveId" clId="{0A973D96-7AB9-41EC-B89B-FD6C87BB9A62}"/>
    <pc:docChg chg="undo custSel addSld modSld sldOrd">
      <pc:chgData name="dilan nicholas" userId="eec99996f07b10f3" providerId="LiveId" clId="{0A973D96-7AB9-41EC-B89B-FD6C87BB9A62}" dt="2026-06-28T10:01:18.596" v="513" actId="20577"/>
      <pc:docMkLst>
        <pc:docMk/>
      </pc:docMkLst>
      <pc:sldChg chg="modSp mod modTransition">
        <pc:chgData name="dilan nicholas" userId="eec99996f07b10f3" providerId="LiveId" clId="{0A973D96-7AB9-41EC-B89B-FD6C87BB9A62}" dt="2026-06-28T09:15:18.397" v="499"/>
        <pc:sldMkLst>
          <pc:docMk/>
          <pc:sldMk cId="0" sldId="256"/>
        </pc:sldMkLst>
        <pc:spChg chg="mod">
          <ac:chgData name="dilan nicholas" userId="eec99996f07b10f3" providerId="LiveId" clId="{0A973D96-7AB9-41EC-B89B-FD6C87BB9A62}" dt="2026-06-24T12:30:56.375" v="404"/>
          <ac:spMkLst>
            <pc:docMk/>
            <pc:sldMk cId="0" sldId="256"/>
            <ac:spMk id="2" creationId="{00000000-0000-0000-0000-000000000000}"/>
          </ac:spMkLst>
        </pc:spChg>
        <pc:spChg chg="mod">
          <ac:chgData name="dilan nicholas" userId="eec99996f07b10f3" providerId="LiveId" clId="{0A973D96-7AB9-41EC-B89B-FD6C87BB9A62}" dt="2026-06-28T09:12:43.857" v="491" actId="20577"/>
          <ac:spMkLst>
            <pc:docMk/>
            <pc:sldMk cId="0" sldId="256"/>
            <ac:spMk id="3" creationId="{00000000-0000-0000-0000-000000000000}"/>
          </ac:spMkLst>
        </pc:spChg>
      </pc:sldChg>
      <pc:sldChg chg="modSp modTransition">
        <pc:chgData name="dilan nicholas" userId="eec99996f07b10f3" providerId="LiveId" clId="{0A973D96-7AB9-41EC-B89B-FD6C87BB9A62}" dt="2026-06-28T09:15:22.027" v="500"/>
        <pc:sldMkLst>
          <pc:docMk/>
          <pc:sldMk cId="0" sldId="257"/>
        </pc:sldMkLst>
        <pc:spChg chg="mod">
          <ac:chgData name="dilan nicholas" userId="eec99996f07b10f3" providerId="LiveId" clId="{0A973D96-7AB9-41EC-B89B-FD6C87BB9A62}" dt="2026-06-24T12:30:56.375" v="404"/>
          <ac:spMkLst>
            <pc:docMk/>
            <pc:sldMk cId="0" sldId="257"/>
            <ac:spMk id="2" creationId="{00000000-0000-0000-0000-000000000000}"/>
          </ac:spMkLst>
        </pc:spChg>
        <pc:spChg chg="mod">
          <ac:chgData name="dilan nicholas" userId="eec99996f07b10f3" providerId="LiveId" clId="{0A973D96-7AB9-41EC-B89B-FD6C87BB9A62}" dt="2026-06-24T12:30:56.375" v="404"/>
          <ac:spMkLst>
            <pc:docMk/>
            <pc:sldMk cId="0" sldId="257"/>
            <ac:spMk id="3" creationId="{00000000-0000-0000-0000-000000000000}"/>
          </ac:spMkLst>
        </pc:spChg>
      </pc:sldChg>
      <pc:sldChg chg="modSp mod modTransition">
        <pc:chgData name="dilan nicholas" userId="eec99996f07b10f3" providerId="LiveId" clId="{0A973D96-7AB9-41EC-B89B-FD6C87BB9A62}" dt="2026-06-28T09:15:26.723" v="501"/>
        <pc:sldMkLst>
          <pc:docMk/>
          <pc:sldMk cId="0" sldId="258"/>
        </pc:sldMkLst>
        <pc:spChg chg="mod">
          <ac:chgData name="dilan nicholas" userId="eec99996f07b10f3" providerId="LiveId" clId="{0A973D96-7AB9-41EC-B89B-FD6C87BB9A62}" dt="2026-06-24T12:30:56.375" v="404"/>
          <ac:spMkLst>
            <pc:docMk/>
            <pc:sldMk cId="0" sldId="258"/>
            <ac:spMk id="2" creationId="{00000000-0000-0000-0000-000000000000}"/>
          </ac:spMkLst>
        </pc:spChg>
        <pc:spChg chg="mod">
          <ac:chgData name="dilan nicholas" userId="eec99996f07b10f3" providerId="LiveId" clId="{0A973D96-7AB9-41EC-B89B-FD6C87BB9A62}" dt="2026-06-24T12:30:56.375" v="404"/>
          <ac:spMkLst>
            <pc:docMk/>
            <pc:sldMk cId="0" sldId="258"/>
            <ac:spMk id="3" creationId="{00000000-0000-0000-0000-000000000000}"/>
          </ac:spMkLst>
        </pc:spChg>
      </pc:sldChg>
      <pc:sldChg chg="modSp mod modTransition">
        <pc:chgData name="dilan nicholas" userId="eec99996f07b10f3" providerId="LiveId" clId="{0A973D96-7AB9-41EC-B89B-FD6C87BB9A62}" dt="2026-06-28T09:15:29.768" v="502"/>
        <pc:sldMkLst>
          <pc:docMk/>
          <pc:sldMk cId="0" sldId="259"/>
        </pc:sldMkLst>
        <pc:spChg chg="mod">
          <ac:chgData name="dilan nicholas" userId="eec99996f07b10f3" providerId="LiveId" clId="{0A973D96-7AB9-41EC-B89B-FD6C87BB9A62}" dt="2026-06-24T12:30:56.375" v="404"/>
          <ac:spMkLst>
            <pc:docMk/>
            <pc:sldMk cId="0" sldId="259"/>
            <ac:spMk id="2" creationId="{00000000-0000-0000-0000-000000000000}"/>
          </ac:spMkLst>
        </pc:spChg>
        <pc:spChg chg="mod">
          <ac:chgData name="dilan nicholas" userId="eec99996f07b10f3" providerId="LiveId" clId="{0A973D96-7AB9-41EC-B89B-FD6C87BB9A62}" dt="2026-06-24T12:30:56.375" v="404"/>
          <ac:spMkLst>
            <pc:docMk/>
            <pc:sldMk cId="0" sldId="259"/>
            <ac:spMk id="3" creationId="{00000000-0000-0000-0000-000000000000}"/>
          </ac:spMkLst>
        </pc:spChg>
      </pc:sldChg>
      <pc:sldChg chg="modSp mod modTransition">
        <pc:chgData name="dilan nicholas" userId="eec99996f07b10f3" providerId="LiveId" clId="{0A973D96-7AB9-41EC-B89B-FD6C87BB9A62}" dt="2026-06-28T09:15:37.673" v="503"/>
        <pc:sldMkLst>
          <pc:docMk/>
          <pc:sldMk cId="0" sldId="260"/>
        </pc:sldMkLst>
        <pc:spChg chg="mod">
          <ac:chgData name="dilan nicholas" userId="eec99996f07b10f3" providerId="LiveId" clId="{0A973D96-7AB9-41EC-B89B-FD6C87BB9A62}" dt="2026-06-24T12:30:56.375" v="404"/>
          <ac:spMkLst>
            <pc:docMk/>
            <pc:sldMk cId="0" sldId="260"/>
            <ac:spMk id="2" creationId="{00000000-0000-0000-0000-000000000000}"/>
          </ac:spMkLst>
        </pc:spChg>
        <pc:spChg chg="mod">
          <ac:chgData name="dilan nicholas" userId="eec99996f07b10f3" providerId="LiveId" clId="{0A973D96-7AB9-41EC-B89B-FD6C87BB9A62}" dt="2026-06-24T12:30:56.375" v="404"/>
          <ac:spMkLst>
            <pc:docMk/>
            <pc:sldMk cId="0" sldId="260"/>
            <ac:spMk id="3" creationId="{00000000-0000-0000-0000-000000000000}"/>
          </ac:spMkLst>
        </pc:spChg>
      </pc:sldChg>
      <pc:sldChg chg="modSp mod modTransition">
        <pc:chgData name="dilan nicholas" userId="eec99996f07b10f3" providerId="LiveId" clId="{0A973D96-7AB9-41EC-B89B-FD6C87BB9A62}" dt="2026-06-28T09:15:39.699" v="504"/>
        <pc:sldMkLst>
          <pc:docMk/>
          <pc:sldMk cId="0" sldId="261"/>
        </pc:sldMkLst>
        <pc:spChg chg="mod">
          <ac:chgData name="dilan nicholas" userId="eec99996f07b10f3" providerId="LiveId" clId="{0A973D96-7AB9-41EC-B89B-FD6C87BB9A62}" dt="2026-06-24T12:30:56.375" v="404"/>
          <ac:spMkLst>
            <pc:docMk/>
            <pc:sldMk cId="0" sldId="261"/>
            <ac:spMk id="2" creationId="{00000000-0000-0000-0000-000000000000}"/>
          </ac:spMkLst>
        </pc:spChg>
        <pc:spChg chg="mod">
          <ac:chgData name="dilan nicholas" userId="eec99996f07b10f3" providerId="LiveId" clId="{0A973D96-7AB9-41EC-B89B-FD6C87BB9A62}" dt="2026-06-24T12:30:56.375" v="404"/>
          <ac:spMkLst>
            <pc:docMk/>
            <pc:sldMk cId="0" sldId="261"/>
            <ac:spMk id="3" creationId="{00000000-0000-0000-0000-000000000000}"/>
          </ac:spMkLst>
        </pc:spChg>
      </pc:sldChg>
      <pc:sldChg chg="modSp modTransition">
        <pc:chgData name="dilan nicholas" userId="eec99996f07b10f3" providerId="LiveId" clId="{0A973D96-7AB9-41EC-B89B-FD6C87BB9A62}" dt="2026-06-28T09:15:42.278" v="505"/>
        <pc:sldMkLst>
          <pc:docMk/>
          <pc:sldMk cId="0" sldId="262"/>
        </pc:sldMkLst>
        <pc:spChg chg="mod">
          <ac:chgData name="dilan nicholas" userId="eec99996f07b10f3" providerId="LiveId" clId="{0A973D96-7AB9-41EC-B89B-FD6C87BB9A62}" dt="2026-06-24T12:30:56.375" v="404"/>
          <ac:spMkLst>
            <pc:docMk/>
            <pc:sldMk cId="0" sldId="262"/>
            <ac:spMk id="2" creationId="{00000000-0000-0000-0000-000000000000}"/>
          </ac:spMkLst>
        </pc:spChg>
        <pc:spChg chg="mod">
          <ac:chgData name="dilan nicholas" userId="eec99996f07b10f3" providerId="LiveId" clId="{0A973D96-7AB9-41EC-B89B-FD6C87BB9A62}" dt="2026-06-24T12:30:56.375" v="404"/>
          <ac:spMkLst>
            <pc:docMk/>
            <pc:sldMk cId="0" sldId="262"/>
            <ac:spMk id="3" creationId="{00000000-0000-0000-0000-000000000000}"/>
          </ac:spMkLst>
        </pc:spChg>
      </pc:sldChg>
      <pc:sldChg chg="modSp mod modTransition">
        <pc:chgData name="dilan nicholas" userId="eec99996f07b10f3" providerId="LiveId" clId="{0A973D96-7AB9-41EC-B89B-FD6C87BB9A62}" dt="2026-06-28T10:01:18.596" v="513" actId="20577"/>
        <pc:sldMkLst>
          <pc:docMk/>
          <pc:sldMk cId="0" sldId="263"/>
        </pc:sldMkLst>
        <pc:spChg chg="mod">
          <ac:chgData name="dilan nicholas" userId="eec99996f07b10f3" providerId="LiveId" clId="{0A973D96-7AB9-41EC-B89B-FD6C87BB9A62}" dt="2026-06-24T12:30:56.375" v="404"/>
          <ac:spMkLst>
            <pc:docMk/>
            <pc:sldMk cId="0" sldId="263"/>
            <ac:spMk id="2" creationId="{00000000-0000-0000-0000-000000000000}"/>
          </ac:spMkLst>
        </pc:spChg>
        <pc:spChg chg="mod">
          <ac:chgData name="dilan nicholas" userId="eec99996f07b10f3" providerId="LiveId" clId="{0A973D96-7AB9-41EC-B89B-FD6C87BB9A62}" dt="2026-06-28T10:01:18.596" v="513" actId="20577"/>
          <ac:spMkLst>
            <pc:docMk/>
            <pc:sldMk cId="0" sldId="263"/>
            <ac:spMk id="3" creationId="{00000000-0000-0000-0000-000000000000}"/>
          </ac:spMkLst>
        </pc:spChg>
      </pc:sldChg>
      <pc:sldChg chg="modSp mod modTransition">
        <pc:chgData name="dilan nicholas" userId="eec99996f07b10f3" providerId="LiveId" clId="{0A973D96-7AB9-41EC-B89B-FD6C87BB9A62}" dt="2026-06-28T09:15:47.918" v="507"/>
        <pc:sldMkLst>
          <pc:docMk/>
          <pc:sldMk cId="0" sldId="264"/>
        </pc:sldMkLst>
        <pc:spChg chg="mod">
          <ac:chgData name="dilan nicholas" userId="eec99996f07b10f3" providerId="LiveId" clId="{0A973D96-7AB9-41EC-B89B-FD6C87BB9A62}" dt="2026-06-24T12:30:56.375" v="404"/>
          <ac:spMkLst>
            <pc:docMk/>
            <pc:sldMk cId="0" sldId="264"/>
            <ac:spMk id="2" creationId="{00000000-0000-0000-0000-000000000000}"/>
          </ac:spMkLst>
        </pc:spChg>
        <pc:spChg chg="mod">
          <ac:chgData name="dilan nicholas" userId="eec99996f07b10f3" providerId="LiveId" clId="{0A973D96-7AB9-41EC-B89B-FD6C87BB9A62}" dt="2026-06-24T12:30:56.375" v="404"/>
          <ac:spMkLst>
            <pc:docMk/>
            <pc:sldMk cId="0" sldId="264"/>
            <ac:spMk id="3" creationId="{00000000-0000-0000-0000-000000000000}"/>
          </ac:spMkLst>
        </pc:spChg>
      </pc:sldChg>
      <pc:sldChg chg="modSp mod modTransition">
        <pc:chgData name="dilan nicholas" userId="eec99996f07b10f3" providerId="LiveId" clId="{0A973D96-7AB9-41EC-B89B-FD6C87BB9A62}" dt="2026-06-28T09:15:49.628" v="508"/>
        <pc:sldMkLst>
          <pc:docMk/>
          <pc:sldMk cId="0" sldId="265"/>
        </pc:sldMkLst>
        <pc:spChg chg="mod">
          <ac:chgData name="dilan nicholas" userId="eec99996f07b10f3" providerId="LiveId" clId="{0A973D96-7AB9-41EC-B89B-FD6C87BB9A62}" dt="2026-06-24T12:30:56.375" v="404"/>
          <ac:spMkLst>
            <pc:docMk/>
            <pc:sldMk cId="0" sldId="265"/>
            <ac:spMk id="2" creationId="{00000000-0000-0000-0000-000000000000}"/>
          </ac:spMkLst>
        </pc:spChg>
        <pc:spChg chg="mod">
          <ac:chgData name="dilan nicholas" userId="eec99996f07b10f3" providerId="LiveId" clId="{0A973D96-7AB9-41EC-B89B-FD6C87BB9A62}" dt="2026-06-24T12:30:56.375" v="404"/>
          <ac:spMkLst>
            <pc:docMk/>
            <pc:sldMk cId="0" sldId="265"/>
            <ac:spMk id="3" creationId="{00000000-0000-0000-0000-000000000000}"/>
          </ac:spMkLst>
        </pc:spChg>
      </pc:sldChg>
      <pc:sldChg chg="modSp mod modTransition">
        <pc:chgData name="dilan nicholas" userId="eec99996f07b10f3" providerId="LiveId" clId="{0A973D96-7AB9-41EC-B89B-FD6C87BB9A62}" dt="2026-06-28T09:16:13.136" v="510"/>
        <pc:sldMkLst>
          <pc:docMk/>
          <pc:sldMk cId="0" sldId="266"/>
        </pc:sldMkLst>
        <pc:spChg chg="mod">
          <ac:chgData name="dilan nicholas" userId="eec99996f07b10f3" providerId="LiveId" clId="{0A973D96-7AB9-41EC-B89B-FD6C87BB9A62}" dt="2026-06-24T12:30:56.375" v="404"/>
          <ac:spMkLst>
            <pc:docMk/>
            <pc:sldMk cId="0" sldId="266"/>
            <ac:spMk id="2" creationId="{00000000-0000-0000-0000-000000000000}"/>
          </ac:spMkLst>
        </pc:spChg>
        <pc:spChg chg="mod">
          <ac:chgData name="dilan nicholas" userId="eec99996f07b10f3" providerId="LiveId" clId="{0A973D96-7AB9-41EC-B89B-FD6C87BB9A62}" dt="2026-06-24T12:30:56.375" v="404"/>
          <ac:spMkLst>
            <pc:docMk/>
            <pc:sldMk cId="0" sldId="266"/>
            <ac:spMk id="3" creationId="{00000000-0000-0000-0000-000000000000}"/>
          </ac:spMkLst>
        </pc:spChg>
      </pc:sldChg>
      <pc:sldChg chg="modSp mod">
        <pc:chgData name="dilan nicholas" userId="eec99996f07b10f3" providerId="LiveId" clId="{0A973D96-7AB9-41EC-B89B-FD6C87BB9A62}" dt="2026-06-24T12:30:56.375" v="404"/>
        <pc:sldMkLst>
          <pc:docMk/>
          <pc:sldMk cId="0" sldId="267"/>
        </pc:sldMkLst>
        <pc:spChg chg="mod">
          <ac:chgData name="dilan nicholas" userId="eec99996f07b10f3" providerId="LiveId" clId="{0A973D96-7AB9-41EC-B89B-FD6C87BB9A62}" dt="2026-06-24T12:30:56.375" v="404"/>
          <ac:spMkLst>
            <pc:docMk/>
            <pc:sldMk cId="0" sldId="267"/>
            <ac:spMk id="2" creationId="{00000000-0000-0000-0000-000000000000}"/>
          </ac:spMkLst>
        </pc:spChg>
        <pc:spChg chg="mod">
          <ac:chgData name="dilan nicholas" userId="eec99996f07b10f3" providerId="LiveId" clId="{0A973D96-7AB9-41EC-B89B-FD6C87BB9A62}" dt="2026-06-24T12:30:56.375" v="404"/>
          <ac:spMkLst>
            <pc:docMk/>
            <pc:sldMk cId="0" sldId="267"/>
            <ac:spMk id="3" creationId="{00000000-0000-0000-0000-000000000000}"/>
          </ac:spMkLst>
        </pc:spChg>
      </pc:sldChg>
      <pc:sldChg chg="modSp ord modTransition">
        <pc:chgData name="dilan nicholas" userId="eec99996f07b10f3" providerId="LiveId" clId="{0A973D96-7AB9-41EC-B89B-FD6C87BB9A62}" dt="2026-06-28T09:16:11.267" v="509"/>
        <pc:sldMkLst>
          <pc:docMk/>
          <pc:sldMk cId="0" sldId="268"/>
        </pc:sldMkLst>
        <pc:spChg chg="mod">
          <ac:chgData name="dilan nicholas" userId="eec99996f07b10f3" providerId="LiveId" clId="{0A973D96-7AB9-41EC-B89B-FD6C87BB9A62}" dt="2026-06-24T12:30:56.375" v="404"/>
          <ac:spMkLst>
            <pc:docMk/>
            <pc:sldMk cId="0" sldId="268"/>
            <ac:spMk id="2" creationId="{00000000-0000-0000-0000-000000000000}"/>
          </ac:spMkLst>
        </pc:spChg>
        <pc:spChg chg="mod">
          <ac:chgData name="dilan nicholas" userId="eec99996f07b10f3" providerId="LiveId" clId="{0A973D96-7AB9-41EC-B89B-FD6C87BB9A62}" dt="2026-06-24T12:30:56.375" v="404"/>
          <ac:spMkLst>
            <pc:docMk/>
            <pc:sldMk cId="0" sldId="268"/>
            <ac:spMk id="3" creationId="{00000000-0000-0000-0000-000000000000}"/>
          </ac:spMkLst>
        </pc:spChg>
      </pc:sldChg>
      <pc:sldChg chg="modSp new mod ord modTransition">
        <pc:chgData name="dilan nicholas" userId="eec99996f07b10f3" providerId="LiveId" clId="{0A973D96-7AB9-41EC-B89B-FD6C87BB9A62}" dt="2026-06-28T09:16:16.810" v="512"/>
        <pc:sldMkLst>
          <pc:docMk/>
          <pc:sldMk cId="3425346824" sldId="269"/>
        </pc:sldMkLst>
        <pc:spChg chg="mod">
          <ac:chgData name="dilan nicholas" userId="eec99996f07b10f3" providerId="LiveId" clId="{0A973D96-7AB9-41EC-B89B-FD6C87BB9A62}" dt="2026-06-24T12:30:56.375" v="404"/>
          <ac:spMkLst>
            <pc:docMk/>
            <pc:sldMk cId="3425346824" sldId="269"/>
            <ac:spMk id="2" creationId="{206AE93A-1801-4B6F-6954-F44F0E1E333A}"/>
          </ac:spMkLst>
        </pc:spChg>
        <pc:spChg chg="mod">
          <ac:chgData name="dilan nicholas" userId="eec99996f07b10f3" providerId="LiveId" clId="{0A973D96-7AB9-41EC-B89B-FD6C87BB9A62}" dt="2026-06-24T12:30:56.375" v="404"/>
          <ac:spMkLst>
            <pc:docMk/>
            <pc:sldMk cId="3425346824" sldId="269"/>
            <ac:spMk id="3" creationId="{6E33F8EC-C0CA-D0CE-52AC-7AA2E024ED82}"/>
          </ac:spMkLst>
        </pc:spChg>
      </pc:sldChg>
      <pc:sldChg chg="modSp new mod ord modTransition">
        <pc:chgData name="dilan nicholas" userId="eec99996f07b10f3" providerId="LiveId" clId="{0A973D96-7AB9-41EC-B89B-FD6C87BB9A62}" dt="2026-06-28T09:16:14.912" v="511"/>
        <pc:sldMkLst>
          <pc:docMk/>
          <pc:sldMk cId="1752953802" sldId="270"/>
        </pc:sldMkLst>
        <pc:spChg chg="mod">
          <ac:chgData name="dilan nicholas" userId="eec99996f07b10f3" providerId="LiveId" clId="{0A973D96-7AB9-41EC-B89B-FD6C87BB9A62}" dt="2026-06-24T12:30:56.375" v="404"/>
          <ac:spMkLst>
            <pc:docMk/>
            <pc:sldMk cId="1752953802" sldId="270"/>
            <ac:spMk id="2" creationId="{6F9071E0-16C1-25CE-9A10-81409368F297}"/>
          </ac:spMkLst>
        </pc:spChg>
        <pc:spChg chg="mod">
          <ac:chgData name="dilan nicholas" userId="eec99996f07b10f3" providerId="LiveId" clId="{0A973D96-7AB9-41EC-B89B-FD6C87BB9A62}" dt="2026-06-24T12:30:56.375" v="404"/>
          <ac:spMkLst>
            <pc:docMk/>
            <pc:sldMk cId="1752953802" sldId="270"/>
            <ac:spMk id="3" creationId="{5FD06A16-0172-D0E2-7B60-D48879C98980}"/>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6791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9524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7889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75067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5698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4425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23822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3468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17680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2687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13242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24749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29444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94875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31693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05646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6138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6/28/2026</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55819812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Business Logic Vulnerabilities</a:t>
            </a:r>
          </a:p>
        </p:txBody>
      </p:sp>
      <p:sp>
        <p:nvSpPr>
          <p:cNvPr id="3" name="Subtitle 2"/>
          <p:cNvSpPr>
            <a:spLocks noGrp="1"/>
          </p:cNvSpPr>
          <p:nvPr>
            <p:ph type="subTitle" idx="1"/>
          </p:nvPr>
        </p:nvSpPr>
        <p:spPr/>
        <p:txBody>
          <a:bodyPr>
            <a:normAutofit fontScale="85000" lnSpcReduction="20000"/>
          </a:bodyPr>
          <a:lstStyle/>
          <a:p>
            <a:r>
              <a:rPr dirty="0"/>
              <a:t>Theory, Practical Demonstration &amp; Mitigation</a:t>
            </a:r>
            <a:endParaRPr lang="en-AU" dirty="0"/>
          </a:p>
          <a:p>
            <a:endParaRPr lang="en-AU" dirty="0"/>
          </a:p>
          <a:p>
            <a:r>
              <a:rPr lang="en-AU" dirty="0"/>
              <a:t>Dilan </a:t>
            </a:r>
            <a:r>
              <a:rPr lang="en-AU" dirty="0" err="1"/>
              <a:t>Ediveerasinghe</a:t>
            </a:r>
            <a:endParaRPr lang="en-AU" dirty="0"/>
          </a:p>
          <a:p>
            <a:r>
              <a:rPr lang="en-AU" dirty="0"/>
              <a:t>Cyber Sapiens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rPr dirty="0"/>
              <a:t> What is Business Logic?</a:t>
            </a:r>
          </a:p>
          <a:p>
            <a:r>
              <a:rPr dirty="0"/>
              <a:t> Types of Logic Flaws</a:t>
            </a:r>
          </a:p>
          <a:p>
            <a:r>
              <a:rPr dirty="0"/>
              <a:t> Real-world Impact</a:t>
            </a:r>
          </a:p>
          <a:p>
            <a:r>
              <a:rPr dirty="0"/>
              <a:t> Practical Demo</a:t>
            </a:r>
          </a:p>
          <a:p>
            <a:r>
              <a:rPr dirty="0"/>
              <a:t> Prevention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What is a Business Logic Vulnerability?</a:t>
            </a:r>
          </a:p>
        </p:txBody>
      </p:sp>
      <p:sp>
        <p:nvSpPr>
          <p:cNvPr id="3" name="Content Placeholder 2"/>
          <p:cNvSpPr>
            <a:spLocks noGrp="1"/>
          </p:cNvSpPr>
          <p:nvPr>
            <p:ph idx="1"/>
          </p:nvPr>
        </p:nvSpPr>
        <p:spPr/>
        <p:txBody>
          <a:bodyPr/>
          <a:lstStyle/>
          <a:p>
            <a:pPr marL="0" indent="0">
              <a:buNone/>
            </a:pPr>
            <a:r>
              <a:rPr lang="en-AU" dirty="0"/>
              <a:t>Business logic vulnerabilities are flaws in how an application executes its intended workflows, rules, or processes. Unlike technical vulnerabilities like SQL injection, these problems occur when the application functions as intended but can be exploited by attackers. They are often subtle, hard to detect with automated tools, and depend heavily on the specific context.</a:t>
            </a:r>
          </a:p>
          <a:p>
            <a:pPr marL="0" indent="0">
              <a:buNone/>
            </a:pPr>
            <a:endParaRPr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Matters</a:t>
            </a:r>
          </a:p>
        </p:txBody>
      </p:sp>
      <p:sp>
        <p:nvSpPr>
          <p:cNvPr id="3" name="Content Placeholder 2"/>
          <p:cNvSpPr>
            <a:spLocks noGrp="1"/>
          </p:cNvSpPr>
          <p:nvPr>
            <p:ph idx="1"/>
          </p:nvPr>
        </p:nvSpPr>
        <p:spPr/>
        <p:txBody>
          <a:bodyPr/>
          <a:lstStyle/>
          <a:p>
            <a:r>
              <a:rPr dirty="0"/>
              <a:t> Financial loss</a:t>
            </a:r>
          </a:p>
          <a:p>
            <a:r>
              <a:rPr dirty="0"/>
              <a:t> Fraud and abuse</a:t>
            </a:r>
          </a:p>
          <a:p>
            <a:r>
              <a:rPr lang="en-AU" dirty="0"/>
              <a:t> </a:t>
            </a:r>
            <a:r>
              <a:rPr dirty="0"/>
              <a:t>Unauthorized actions</a:t>
            </a:r>
          </a:p>
          <a:p>
            <a:r>
              <a:rPr lang="en-AU" dirty="0"/>
              <a:t> </a:t>
            </a:r>
            <a:r>
              <a:rPr dirty="0"/>
              <a:t>Reputational damage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Common Types</a:t>
            </a:r>
          </a:p>
        </p:txBody>
      </p:sp>
      <p:sp>
        <p:nvSpPr>
          <p:cNvPr id="3" name="Content Placeholder 2"/>
          <p:cNvSpPr>
            <a:spLocks noGrp="1"/>
          </p:cNvSpPr>
          <p:nvPr>
            <p:ph idx="1"/>
          </p:nvPr>
        </p:nvSpPr>
        <p:spPr/>
        <p:txBody>
          <a:bodyPr/>
          <a:lstStyle/>
          <a:p>
            <a:r>
              <a:rPr dirty="0"/>
              <a:t>Price manipulation</a:t>
            </a:r>
            <a:r>
              <a:rPr lang="en-AU" dirty="0"/>
              <a:t> / Coupon abuse</a:t>
            </a:r>
            <a:endParaRPr dirty="0"/>
          </a:p>
          <a:p>
            <a:r>
              <a:rPr dirty="0"/>
              <a:t>Workflow bypass</a:t>
            </a:r>
          </a:p>
          <a:p>
            <a:r>
              <a:rPr dirty="0"/>
              <a:t>Quantity manipulation</a:t>
            </a:r>
          </a:p>
          <a:p>
            <a:r>
              <a:rPr dirty="0"/>
              <a:t>Race conditions</a:t>
            </a:r>
            <a:endParaRPr lang="en-AU" dirty="0"/>
          </a:p>
          <a:p>
            <a:r>
              <a:rPr lang="en-AU" dirty="0"/>
              <a:t>Authentication &amp; Authorisation Logic Flaw</a:t>
            </a:r>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Business Logic vs Technical Vulnerabilities</a:t>
            </a:r>
          </a:p>
        </p:txBody>
      </p:sp>
      <p:sp>
        <p:nvSpPr>
          <p:cNvPr id="3" name="Content Placeholder 2"/>
          <p:cNvSpPr>
            <a:spLocks noGrp="1"/>
          </p:cNvSpPr>
          <p:nvPr>
            <p:ph idx="1"/>
          </p:nvPr>
        </p:nvSpPr>
        <p:spPr/>
        <p:txBody>
          <a:bodyPr/>
          <a:lstStyle/>
          <a:p>
            <a:r>
              <a:rPr dirty="0"/>
              <a:t> Logic flaws abuse business rules</a:t>
            </a:r>
          </a:p>
          <a:p>
            <a:r>
              <a:rPr dirty="0"/>
              <a:t>SQLi/XSS exploit technical weaknesses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Attack Methodology</a:t>
            </a:r>
          </a:p>
        </p:txBody>
      </p:sp>
      <p:sp>
        <p:nvSpPr>
          <p:cNvPr id="3" name="Content Placeholder 2"/>
          <p:cNvSpPr>
            <a:spLocks noGrp="1"/>
          </p:cNvSpPr>
          <p:nvPr>
            <p:ph idx="1"/>
          </p:nvPr>
        </p:nvSpPr>
        <p:spPr/>
        <p:txBody>
          <a:bodyPr/>
          <a:lstStyle/>
          <a:p>
            <a:r>
              <a:t>1. Understand workflow</a:t>
            </a:r>
          </a:p>
          <a:p>
            <a:r>
              <a:t>2. Map user actions</a:t>
            </a:r>
          </a:p>
          <a:p>
            <a:r>
              <a:t>3. Identify assumptions</a:t>
            </a:r>
          </a:p>
          <a:p>
            <a:r>
              <a:t>4. Manipulate requests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Practical Demo Environment</a:t>
            </a:r>
          </a:p>
        </p:txBody>
      </p:sp>
      <p:sp>
        <p:nvSpPr>
          <p:cNvPr id="3" name="Content Placeholder 2"/>
          <p:cNvSpPr>
            <a:spLocks noGrp="1"/>
          </p:cNvSpPr>
          <p:nvPr>
            <p:ph idx="1"/>
          </p:nvPr>
        </p:nvSpPr>
        <p:spPr/>
        <p:txBody>
          <a:bodyPr/>
          <a:lstStyle/>
          <a:p>
            <a:r>
              <a:rPr lang="en-US" dirty="0"/>
              <a:t>Using </a:t>
            </a:r>
            <a:r>
              <a:rPr lang="en-US" dirty="0" err="1"/>
              <a:t>PortSwigger</a:t>
            </a:r>
            <a:r>
              <a:rPr lang="en-US" dirty="0"/>
              <a:t> Web Security Academy lab for this demo</a:t>
            </a:r>
          </a:p>
          <a:p>
            <a:endParaRPr lang="en-US" dirty="0"/>
          </a:p>
          <a:p>
            <a:pPr marL="0" indent="0">
              <a:buNone/>
            </a:pPr>
            <a:r>
              <a:rPr lang="en-AU" dirty="0"/>
              <a:t>https://portswigger.net/web-security/logic-flaws/examples/lab-logic-flaws-excessive-trust-in-client-side-controls</a:t>
            </a:r>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Demo Scenario</a:t>
            </a:r>
          </a:p>
        </p:txBody>
      </p:sp>
      <p:sp>
        <p:nvSpPr>
          <p:cNvPr id="3" name="Content Placeholder 2"/>
          <p:cNvSpPr>
            <a:spLocks noGrp="1"/>
          </p:cNvSpPr>
          <p:nvPr>
            <p:ph idx="1"/>
          </p:nvPr>
        </p:nvSpPr>
        <p:spPr/>
        <p:txBody>
          <a:bodyPr/>
          <a:lstStyle/>
          <a:p>
            <a:r>
              <a:rPr lang="en-AU" dirty="0"/>
              <a:t>Purchasing a Leather Jacket for a Lower price than advertised on the website using the flaw in logic</a:t>
            </a:r>
          </a:p>
          <a:p>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Demo Steps</a:t>
            </a:r>
          </a:p>
        </p:txBody>
      </p:sp>
      <p:sp>
        <p:nvSpPr>
          <p:cNvPr id="3" name="Content Placeholder 2"/>
          <p:cNvSpPr>
            <a:spLocks noGrp="1"/>
          </p:cNvSpPr>
          <p:nvPr>
            <p:ph idx="1"/>
          </p:nvPr>
        </p:nvSpPr>
        <p:spPr/>
        <p:txBody>
          <a:bodyPr/>
          <a:lstStyle/>
          <a:p>
            <a:r>
              <a:rPr dirty="0"/>
              <a:t>Browse application</a:t>
            </a:r>
          </a:p>
          <a:p>
            <a:r>
              <a:rPr dirty="0"/>
              <a:t>Capture request in Burp Suite</a:t>
            </a:r>
          </a:p>
          <a:p>
            <a:r>
              <a:rPr dirty="0"/>
              <a:t>Modify parameters</a:t>
            </a:r>
          </a:p>
          <a:p>
            <a:r>
              <a:rPr dirty="0"/>
              <a:t>Replay request</a:t>
            </a:r>
          </a:p>
          <a:p>
            <a:r>
              <a:rPr dirty="0"/>
              <a:t>Verify logic flaw</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AE93A-1801-4B6F-6954-F44F0E1E333A}"/>
              </a:ext>
            </a:extLst>
          </p:cNvPr>
          <p:cNvSpPr>
            <a:spLocks noGrp="1"/>
          </p:cNvSpPr>
          <p:nvPr>
            <p:ph type="title"/>
          </p:nvPr>
        </p:nvSpPr>
        <p:spPr/>
        <p:txBody>
          <a:bodyPr/>
          <a:lstStyle/>
          <a:p>
            <a:r>
              <a:rPr lang="en-AU" dirty="0"/>
              <a:t>Root Causes</a:t>
            </a:r>
          </a:p>
        </p:txBody>
      </p:sp>
      <p:sp>
        <p:nvSpPr>
          <p:cNvPr id="3" name="Content Placeholder 2">
            <a:extLst>
              <a:ext uri="{FF2B5EF4-FFF2-40B4-BE49-F238E27FC236}">
                <a16:creationId xmlns:a16="http://schemas.microsoft.com/office/drawing/2014/main" id="{6E33F8EC-C0CA-D0CE-52AC-7AA2E024ED82}"/>
              </a:ext>
            </a:extLst>
          </p:cNvPr>
          <p:cNvSpPr>
            <a:spLocks noGrp="1"/>
          </p:cNvSpPr>
          <p:nvPr>
            <p:ph idx="1"/>
          </p:nvPr>
        </p:nvSpPr>
        <p:spPr/>
        <p:txBody>
          <a:bodyPr/>
          <a:lstStyle/>
          <a:p>
            <a:pPr marL="0" indent="0">
              <a:buNone/>
            </a:pPr>
            <a:r>
              <a:rPr lang="en-AU" dirty="0"/>
              <a:t>Business logic vulnerabilities often stem from:</a:t>
            </a:r>
          </a:p>
          <a:p>
            <a:pPr lvl="0"/>
            <a:r>
              <a:rPr lang="en-AU" dirty="0"/>
              <a:t>Poor understanding of attacker behaviour </a:t>
            </a:r>
          </a:p>
          <a:p>
            <a:pPr lvl="0"/>
            <a:r>
              <a:rPr lang="en-AU" dirty="0"/>
              <a:t>Lack of threat modelling </a:t>
            </a:r>
          </a:p>
          <a:p>
            <a:pPr lvl="0"/>
            <a:r>
              <a:rPr lang="en-AU" dirty="0"/>
              <a:t>Over-reliance on client-side validation </a:t>
            </a:r>
          </a:p>
          <a:p>
            <a:pPr lvl="0"/>
            <a:r>
              <a:rPr lang="en-AU" dirty="0"/>
              <a:t>Incomplete testing of edge cases </a:t>
            </a:r>
          </a:p>
          <a:p>
            <a:pPr lvl="0"/>
            <a:r>
              <a:rPr lang="en-AU" dirty="0"/>
              <a:t>Complex business workflows without security review </a:t>
            </a:r>
          </a:p>
          <a:p>
            <a:endParaRPr lang="en-AU" dirty="0"/>
          </a:p>
        </p:txBody>
      </p:sp>
    </p:spTree>
    <p:extLst>
      <p:ext uri="{BB962C8B-B14F-4D97-AF65-F5344CB8AC3E}">
        <p14:creationId xmlns:p14="http://schemas.microsoft.com/office/powerpoint/2010/main" val="34253468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071E0-16C1-25CE-9A10-81409368F297}"/>
              </a:ext>
            </a:extLst>
          </p:cNvPr>
          <p:cNvSpPr>
            <a:spLocks noGrp="1"/>
          </p:cNvSpPr>
          <p:nvPr>
            <p:ph type="title"/>
          </p:nvPr>
        </p:nvSpPr>
        <p:spPr/>
        <p:txBody>
          <a:bodyPr/>
          <a:lstStyle/>
          <a:p>
            <a:r>
              <a:rPr lang="en-AU" dirty="0"/>
              <a:t>Detection Method</a:t>
            </a:r>
          </a:p>
        </p:txBody>
      </p:sp>
      <p:sp>
        <p:nvSpPr>
          <p:cNvPr id="3" name="Content Placeholder 2">
            <a:extLst>
              <a:ext uri="{FF2B5EF4-FFF2-40B4-BE49-F238E27FC236}">
                <a16:creationId xmlns:a16="http://schemas.microsoft.com/office/drawing/2014/main" id="{5FD06A16-0172-D0E2-7B60-D48879C98980}"/>
              </a:ext>
            </a:extLst>
          </p:cNvPr>
          <p:cNvSpPr>
            <a:spLocks noGrp="1"/>
          </p:cNvSpPr>
          <p:nvPr>
            <p:ph idx="1"/>
          </p:nvPr>
        </p:nvSpPr>
        <p:spPr/>
        <p:txBody>
          <a:bodyPr/>
          <a:lstStyle/>
          <a:p>
            <a:r>
              <a:rPr lang="en-AU" dirty="0"/>
              <a:t>Manual Testing</a:t>
            </a:r>
          </a:p>
          <a:p>
            <a:r>
              <a:rPr lang="en-AU" dirty="0"/>
              <a:t>Threat Modelling</a:t>
            </a:r>
          </a:p>
          <a:p>
            <a:r>
              <a:rPr lang="en-AU" dirty="0"/>
              <a:t>Code Review</a:t>
            </a:r>
          </a:p>
          <a:p>
            <a:r>
              <a:rPr lang="en-AU" dirty="0"/>
              <a:t>Automated Tools (Limited Use)</a:t>
            </a:r>
          </a:p>
        </p:txBody>
      </p:sp>
    </p:spTree>
    <p:extLst>
      <p:ext uri="{BB962C8B-B14F-4D97-AF65-F5344CB8AC3E}">
        <p14:creationId xmlns:p14="http://schemas.microsoft.com/office/powerpoint/2010/main" val="17529538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Prevention</a:t>
            </a:r>
          </a:p>
        </p:txBody>
      </p:sp>
      <p:sp>
        <p:nvSpPr>
          <p:cNvPr id="3" name="Content Placeholder 2"/>
          <p:cNvSpPr>
            <a:spLocks noGrp="1"/>
          </p:cNvSpPr>
          <p:nvPr>
            <p:ph idx="1"/>
          </p:nvPr>
        </p:nvSpPr>
        <p:spPr/>
        <p:txBody>
          <a:bodyPr/>
          <a:lstStyle/>
          <a:p>
            <a:r>
              <a:rPr dirty="0"/>
              <a:t>Server-side validation</a:t>
            </a:r>
          </a:p>
          <a:p>
            <a:r>
              <a:rPr dirty="0"/>
              <a:t>Enforce workflow states</a:t>
            </a:r>
          </a:p>
          <a:p>
            <a:r>
              <a:rPr dirty="0"/>
              <a:t>Rate limiting</a:t>
            </a:r>
          </a:p>
          <a:p>
            <a:r>
              <a:rPr dirty="0"/>
              <a:t>Transaction integrity checks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r>
              <a:rPr dirty="0"/>
              <a:t>Hard to detect automatically</a:t>
            </a:r>
          </a:p>
          <a:p>
            <a:r>
              <a:rPr dirty="0"/>
              <a:t>Requires understanding business processes</a:t>
            </a:r>
          </a:p>
          <a:p>
            <a:r>
              <a:rPr dirty="0"/>
              <a:t>Secure design is essential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Questions</a:t>
            </a:r>
          </a:p>
        </p:txBody>
      </p:sp>
      <p:sp>
        <p:nvSpPr>
          <p:cNvPr id="3" name="Content Placeholder 2"/>
          <p:cNvSpPr>
            <a:spLocks noGrp="1"/>
          </p:cNvSpPr>
          <p:nvPr>
            <p:ph idx="1"/>
          </p:nvPr>
        </p:nvSpPr>
        <p:spPr/>
        <p:txBody>
          <a:bodyPr/>
          <a:lstStyle/>
          <a:p>
            <a:r>
              <a:t>Thank You</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Facet</Template>
  <TotalTime>91</TotalTime>
  <Words>308</Words>
  <Application>Microsoft Office PowerPoint</Application>
  <PresentationFormat>On-screen Show (4:3)</PresentationFormat>
  <Paragraphs>67</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Garamond</vt:lpstr>
      <vt:lpstr>Organic</vt:lpstr>
      <vt:lpstr>Business Logic Vulnerabilities</vt:lpstr>
      <vt:lpstr>Agenda</vt:lpstr>
      <vt:lpstr>What is a Business Logic Vulnerability?</vt:lpstr>
      <vt:lpstr>Why It Matters</vt:lpstr>
      <vt:lpstr>Common Types</vt:lpstr>
      <vt:lpstr>Business Logic vs Technical Vulnerabilities</vt:lpstr>
      <vt:lpstr>Attack Methodology</vt:lpstr>
      <vt:lpstr>Practical Demo Environment</vt:lpstr>
      <vt:lpstr>Demo Scenario</vt:lpstr>
      <vt:lpstr>Demo Steps</vt:lpstr>
      <vt:lpstr>Root Causes</vt:lpstr>
      <vt:lpstr>Detection Method</vt:lpstr>
      <vt:lpstr>Prevention</vt:lpstr>
      <vt:lpstr>Key Takeaways</vt:lpstr>
      <vt:lpstr>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dilan nicholas</cp:lastModifiedBy>
  <cp:revision>2</cp:revision>
  <dcterms:created xsi:type="dcterms:W3CDTF">2013-01-27T09:14:16Z</dcterms:created>
  <dcterms:modified xsi:type="dcterms:W3CDTF">2026-06-28T10:01:29Z</dcterms:modified>
  <cp:category/>
</cp:coreProperties>
</file>